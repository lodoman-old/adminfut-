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96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9391B5-CBE1-446F-970D-B32F2580468A}" type="datetimeFigureOut">
              <a:rPr lang="es-MX" smtClean="0"/>
              <a:t>22/06/2026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E1EFC-0A6F-4D1F-9F85-ECBDA405ED2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4119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E1EFC-0A6F-4D1F-9F85-ECBDA405ED23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1180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3657600" y="1097280"/>
            <a:ext cx="4846320" cy="73152"/>
          </a:xfrm>
          <a:prstGeom prst="roundRect">
            <a:avLst>
              <a:gd name="adj" fmla="val 2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6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 err="1"/>
              <a:t>AdminFut</a:t>
            </a:r>
            <a:endParaRPr lang="es-MX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600" b="0">
                <a:solidFill>
                  <a:srgbClr val="A5D6A7"/>
                </a:solidFill>
                <a:latin typeface="Calibri"/>
              </a:defRPr>
            </a:pPr>
            <a:r>
              <a:rPr lang="es-MX" noProof="0" dirty="0"/>
              <a:t>Sistema Integral de Gestión para Ligas de Fútbol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F57F17"/>
                </a:solidFill>
                <a:latin typeface="Calibri"/>
              </a:defRPr>
            </a:pPr>
            <a:r>
              <a:rPr lang="es-MX" noProof="0" dirty="0"/>
              <a:t>Automatiza  ·  Controla  ·  Crece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297680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216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371600" y="4315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📅  Horarios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297680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216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3474720" y="4315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💰  Pagos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4297680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216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577840" y="4315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📊  Estadísticas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59" y="4297680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216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680959" y="4315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📱  Árbitros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4297680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216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784080" y="4315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☁️  Nube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A5D6A7"/>
                </a:solidFill>
                <a:latin typeface="Calibri"/>
              </a:defRPr>
            </a:pPr>
            <a:r>
              <a:rPr lang="es-MX" noProof="0" dirty="0"/>
              <a:t>Disponible en instalación local o en la nube  ·  Acceso desde cualquier dispositivo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81C784"/>
                </a:solidFill>
                <a:latin typeface="Calibri"/>
              </a:defRPr>
            </a:pPr>
            <a:r>
              <a:rPr lang="es-MX" noProof="0" dirty="0"/>
              <a:t>Presentación Comercial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¿Por qué tu liga necesita </a:t>
            </a:r>
            <a:r>
              <a:rPr lang="es-MX" noProof="0" dirty="0" err="1"/>
              <a:t>AdminFut</a:t>
            </a:r>
            <a:r>
              <a:rPr lang="es-MX" noProof="0" dirty="0"/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68580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⏱️  Pierdes horas armando horarios y rosters manualmente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📋  Registros en hojas sueltas o Excel que se pierden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💵  Sin control sobre pagos, inscripciones y adeudos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39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📞  Horas comunicando resultados y cambios a los equipos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❌  Errores y conflictos de horarios frecuentes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📉  Sin estadísticas en tiempo real para tomar decisiones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79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📝  Generar reportes y roles de juego toma horas</a:t>
            </a:r>
          </a:p>
        </p:txBody>
      </p:sp>
      <p:pic>
        <p:nvPicPr>
          <p:cNvPr id="14" name="Picture 13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97280"/>
            <a:ext cx="4114800" cy="19280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 err="1"/>
              <a:t>AdminFut</a:t>
            </a:r>
            <a:r>
              <a:rPr lang="es-MX" noProof="0" dirty="0"/>
              <a:t>: La solución todo-en-uno</a:t>
            </a:r>
          </a:p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Todo lo que necesitas para gestionar tu liga desde un solo lugar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Programación automática de horarios sin conflictos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Control de pagos, inscripciones y gastos con POS integrado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Registro digital de jugadores, equipos y múltiples categorías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Tablas de posiciones, goleo y estadísticas en tiempo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Cédula arbitral desde el celular con actualización al instante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Comunicación automática con equipos vía correo electrónico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48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Reportes profesionales PDF: roles, recibos, cédulas arbitrales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Acceso por roles: Administrador, Árbitro, Invitado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5468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Puede funcionar en tu propia computadora (local) o en la nube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El acceso por internet solo está disponible en la instalación web.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Organiza tus Categorías y Temporadas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Crea múltiples categorías: Primera Fuerza,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Veteranos, Femenil, Juvenil, etc.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Gestiona temporadas independientes por categoría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Define períodos de altas y bajas de jugadores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Asigna horarios fijos con control de capacidad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Equipos con campo propio no consumen espacios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Visualiza el estatus: activa o finalizada</a:t>
            </a:r>
          </a:p>
        </p:txBody>
      </p:sp>
      <p:pic>
        <p:nvPicPr>
          <p:cNvPr id="14" name="Picture 13" descr="03_catego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2570723"/>
          </a:xfrm>
          <a:prstGeom prst="rect">
            <a:avLst/>
          </a:prstGeom>
        </p:spPr>
      </p:pic>
      <p:pic>
        <p:nvPicPr>
          <p:cNvPr id="15" name="Picture 14" descr="04_tempora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840480"/>
            <a:ext cx="5486400" cy="25707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Control Total de Equipos y Jugadores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Registro completo con logo e información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Jugadores con foto, datos personales y número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Gestión de equipos secundarios por jugador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3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Historial de participación por temporada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Control de cambios en períodos de altas/bajas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Búsqueda y filtros avanzados</a:t>
            </a:r>
          </a:p>
        </p:txBody>
      </p:sp>
      <p:pic>
        <p:nvPicPr>
          <p:cNvPr id="13" name="Picture 12" descr="05_equi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2570723"/>
          </a:xfrm>
          <a:prstGeom prst="rect">
            <a:avLst/>
          </a:prstGeom>
        </p:spPr>
      </p:pic>
      <p:pic>
        <p:nvPicPr>
          <p:cNvPr id="14" name="Picture 13" descr="09_jugad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840480"/>
            <a:ext cx="5486400" cy="25707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Programación Inteligente de Jornadas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Generación automática de fixtures balanceados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Asignación inteligente de campos y horarios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Prevención de conflictos entre categorías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3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Control de horarios fijos y capacidad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Registro de resultados, goles y tarjetas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Cálculo automático de suspensiones</a:t>
            </a:r>
          </a:p>
        </p:txBody>
      </p:sp>
      <p:pic>
        <p:nvPicPr>
          <p:cNvPr id="13" name="Picture 12" descr="06_jorn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25707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Cédula Arbitral en Tiempo Real</a:t>
            </a:r>
          </a:p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Los árbitros capturan el partido desde su celular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10642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El árbitro accede a la cédula del partido desde su celular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📱  Al medio tiempo registra el marcador parcial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   y las incidencias (tarjetas, cambios, lesiones)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✅  Al terminar el partido, finaliza la cédula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   con el resultado oficial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⚡  La tabla de posiciones, goleo y tarjetas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   se actualizan automáticamente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Sin esperar a que el administrador capture los datos.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Información disponible para todos al instante.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* Acceso por internet (solo en instalación web).</a:t>
            </a:r>
          </a:p>
        </p:txBody>
      </p:sp>
      <p:pic>
        <p:nvPicPr>
          <p:cNvPr id="8" name="Picture 7" descr="03_ref_ced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3564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Estadísticas en Tiempo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Tabla de posiciones automática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Goleo individual con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Tarjetas y jugadores suspendidos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3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Estadísticas por equipo y jugador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Acceso público para todos los consulten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Con la cédula arbitral, los datos se reflejan al instante.</a:t>
            </a:r>
          </a:p>
        </p:txBody>
      </p:sp>
      <p:pic>
        <p:nvPicPr>
          <p:cNvPr id="13" name="Picture 12" descr="07_tabla_posi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25707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Punto de Venta y Control Financiero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Sistema POS integrado para cobros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Pagos por concepto: inscripción, horario, etc.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Cascada: Categoría → Temporada →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3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Detección de pagos duplicados automática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Ticket imprimible (58 mm u 88 mm)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Control de ingresos por temporada</a:t>
            </a:r>
          </a:p>
        </p:txBody>
      </p:sp>
      <p:pic>
        <p:nvPicPr>
          <p:cNvPr id="13" name="Picture 12" descr="08_pos_finanz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25707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Administración por Roles</a:t>
            </a:r>
          </a:p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Divide el trabajo y maximiza resultados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560320" cy="457200"/>
          </a:xfrm>
          <a:prstGeom prst="roundRect">
            <a:avLst>
              <a:gd name="adj" fmla="val 3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👑  Administrador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Acceso total al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Configuración de liga y categorías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Gestión de equipos y jugadores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Control financiero y 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Reportes y estadísticas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280160"/>
            <a:ext cx="2560320" cy="457200"/>
          </a:xfrm>
          <a:prstGeom prst="roundRect">
            <a:avLst>
              <a:gd name="adj" fmla="val 3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3291840" y="12984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🛡️  Árbitro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338328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Captura cédula arbitral desde su celular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Registra marcadores y tarjetas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Consulta posiciones y goleo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Ve jugadores suspendidos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1280160"/>
            <a:ext cx="2560320" cy="457200"/>
          </a:xfrm>
          <a:prstGeom prst="roundRect">
            <a:avLst>
              <a:gd name="adj" fmla="val 3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5989320" y="12984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👤  Invitado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60807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Consulta posiciones y goleo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Ve tarjetas y castigados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Roles de juego disponibles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Suscripción a notificaciones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280160"/>
            <a:ext cx="2560320" cy="457200"/>
          </a:xfrm>
          <a:prstGeom prst="roundRect">
            <a:avLst>
              <a:gd name="adj" fmla="val 3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8686800" y="12984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⚡  Beneficios de Roles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8778240" y="1920240"/>
            <a:ext cx="22860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</a:t>
            </a:r>
            <a:r>
              <a:rPr lang="es-MX" dirty="0"/>
              <a:t>Con la creación de roles personalizados, c</a:t>
            </a:r>
            <a:r>
              <a:rPr lang="es-MX" noProof="0" dirty="0" err="1"/>
              <a:t>ada</a:t>
            </a:r>
            <a:r>
              <a:rPr lang="es-MX" noProof="0" dirty="0"/>
              <a:t> quien accede solo a lo que necesita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6545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El </a:t>
            </a:r>
            <a:r>
              <a:rPr lang="es-MX" noProof="0" dirty="0" err="1"/>
              <a:t>admin</a:t>
            </a:r>
            <a:r>
              <a:rPr lang="es-MX" noProof="0" dirty="0"/>
              <a:t> se enfoca en gestión y finanzas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1574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El árbitro captura sin distracciones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6603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Los invitados consultan sin modificar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163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Mayor seguridad y organización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 err="1"/>
              <a:t>Dashboard</a:t>
            </a:r>
            <a:r>
              <a:rPr lang="es-MX" noProof="0" dirty="0"/>
              <a:t> Centralizado</a:t>
            </a:r>
          </a:p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Todo lo que necesitas en un solo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Panel principal con resumen de la liga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Acceso rápido a todas las funcionalidades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Navegación intuitiva por módulos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3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Diseño moderno y responsivo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Disponible 24/7*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* 24/7 solo en instalación web.</a:t>
            </a:r>
          </a:p>
        </p:txBody>
      </p:sp>
      <p:pic>
        <p:nvPicPr>
          <p:cNvPr id="13" name="Picture 12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25707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Instalación Local o en la Nube</a:t>
            </a:r>
          </a:p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Tú eliges dónde ejecutar el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57200"/>
          </a:xfrm>
          <a:prstGeom prst="roundRect">
            <a:avLst>
              <a:gd name="adj" fmla="val 3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💻  Instalación 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En tu propia computadora o servidor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Sin dependencia de internet para operar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Control total de tus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Ideal para ligas con presupuesto limitado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280160"/>
            <a:ext cx="5303520" cy="457200"/>
          </a:xfrm>
          <a:prstGeom prst="roundRect">
            <a:avLst>
              <a:gd name="adj" fmla="val 3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400799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☁️  Instalación en la Nube (Web)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73736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583679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Acceso desde cualquier lugar y 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468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Sin mantenimiento técnico ni respaldos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0175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Actualizaciones automáticas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566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Los árbitros capturan desde su celular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114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La información se actualiza en tiempo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57F17"/>
                </a:solidFill>
                <a:latin typeface="Calibri"/>
              </a:defRPr>
            </a:pPr>
            <a:r>
              <a:rPr lang="es-MX" noProof="0" dirty="0"/>
              <a:t>⚠️  El acceso por internet, la captura desde celular y las funcionalidades en tiempo real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57F17"/>
                </a:solidFill>
                <a:latin typeface="Calibri"/>
              </a:defRPr>
            </a:pPr>
            <a:r>
              <a:rPr lang="es-MX" noProof="0" dirty="0"/>
              <a:t>    solo están disponibles en la instalación web (nube).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El servicio de hosting y dominio se cotizan por separado.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Beneficios Clave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10642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⏱️  Ahorra horas de trabajo administrativo cada semana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💰  Aumenta tus ingresos con control financiero preciso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📊  Decisiones basadas en datos en tiempo real*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📱  Tu liga desde cualquier lugar*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🚫  Elimina errores y conflictos de programación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📄  Reportes profesionales con un clic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65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🔒  Datos seguros sin pérdidas ni respaldos manuales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📢  Comunicación automática con los equipos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54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👥  Roles y permisos para dividir el trabajo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* Funcionalidades disponibles solo en instalación web.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¿Por qué elegir </a:t>
            </a:r>
            <a:r>
              <a:rPr lang="es-MX" noProof="0" dirty="0" err="1"/>
              <a:t>AdminFut</a:t>
            </a:r>
            <a:r>
              <a:rPr lang="es-MX" noProof="0" dirty="0"/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10642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🎯  Creado por administradores de ligas, para administradores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💻  Funciona local o en la nube — tú 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🔧  Actualizaciones y mejoras constantes sin costo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📞  Soporte técnico incluido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🔒  Datos seguros con respaldos automáticos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📈  Escalable: de 1 a 100+ ligas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🎨  Personalizable: pagos, horarios y reglas a tu medida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🤝  Integración con imágenes y redes sociales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👥  Múltiples roles para </a:t>
            </a:r>
            <a:r>
              <a:rPr lang="es-MX" noProof="0" dirty="0" err="1"/>
              <a:t>eficientar</a:t>
            </a:r>
            <a:r>
              <a:rPr lang="es-MX" noProof="0" dirty="0"/>
              <a:t> el trabajo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Consideraciones de Instalación Web</a:t>
            </a:r>
          </a:p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Todo lo necesario para operar el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10642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El sistema incluye: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Licencia de uso del software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Instalación y configuración inicial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Capacitación básica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Soporte técnico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Actualizaciones gratuitas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Se cotiza por separado: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⚠️  Hosting (servidor en la nube)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⚠️  Nombre de dominio (www.tuliga.com)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⚠️  Certificado SSL (https)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Opcional: podemos gestionarlo todo por ti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con costos transparentes y sin sorpresas.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560083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Especificaciones del Servidor dedicado en la nube</a:t>
            </a:r>
          </a:p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Infraestructura para clientes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10642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3200400" cy="411480"/>
          </a:xfrm>
          <a:prstGeom prst="roundRect">
            <a:avLst>
              <a:gd name="adj" fmla="val 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005840" y="1481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Procesador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481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2 núcleos dedicados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965960"/>
            <a:ext cx="3200400" cy="411480"/>
          </a:xfrm>
          <a:prstGeom prst="roundRect">
            <a:avLst>
              <a:gd name="adj" fmla="val 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005840" y="19842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Memoria 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842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4 GB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468880"/>
            <a:ext cx="3200400" cy="411480"/>
          </a:xfrm>
          <a:prstGeom prst="roundRect">
            <a:avLst>
              <a:gd name="adj" fmla="val 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1005840" y="24871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Almacenamiento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87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80 GB SSD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971800"/>
            <a:ext cx="3200400" cy="411480"/>
          </a:xfrm>
          <a:prstGeom prst="roundRect">
            <a:avLst>
              <a:gd name="adj" fmla="val 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1005840" y="29900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Transferencia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90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4 TB / 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474720"/>
            <a:ext cx="3200400" cy="411480"/>
          </a:xfrm>
          <a:prstGeom prst="roundRect">
            <a:avLst>
              <a:gd name="adj" fmla="val 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1005840" y="34930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SSL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493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Automático (</a:t>
            </a:r>
            <a:r>
              <a:rPr lang="es-MX" noProof="0" dirty="0" err="1"/>
              <a:t>Let's</a:t>
            </a:r>
            <a:r>
              <a:rPr lang="es-MX" noProof="0" dirty="0"/>
              <a:t> </a:t>
            </a:r>
            <a:r>
              <a:rPr lang="es-MX" noProof="0" dirty="0" err="1"/>
              <a:t>Encrypt</a:t>
            </a:r>
            <a:r>
              <a:rPr lang="es-MX" noProof="0" dirty="0"/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977639"/>
            <a:ext cx="3200400" cy="411480"/>
          </a:xfrm>
          <a:prstGeom prst="roundRect">
            <a:avLst>
              <a:gd name="adj" fmla="val 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1005840" y="3995927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Panel de administración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99592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 err="1"/>
              <a:t>Coolify</a:t>
            </a:r>
            <a:r>
              <a:rPr lang="es-MX" noProof="0" dirty="0"/>
              <a:t> (autogestionado)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480560"/>
            <a:ext cx="3200400" cy="411480"/>
          </a:xfrm>
          <a:prstGeom prst="roundRect">
            <a:avLst>
              <a:gd name="adj" fmla="val 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1005840" y="44988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Base de datos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4988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PostgreSQL (instancias ilimitadas)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983480"/>
            <a:ext cx="3200400" cy="411480"/>
          </a:xfrm>
          <a:prstGeom prst="roundRect">
            <a:avLst>
              <a:gd name="adj" fmla="val 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1005840" y="50017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Dominio .</a:t>
            </a:r>
            <a:r>
              <a:rPr lang="es-MX" noProof="0" dirty="0" err="1"/>
              <a:t>com</a:t>
            </a:r>
            <a:endParaRPr lang="es-MX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4389120" y="500176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dirty="0"/>
              <a:t>$820.00 MXN/año</a:t>
            </a:r>
            <a:endParaRPr lang="es-MX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914400" y="548640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E7D32"/>
                </a:solidFill>
                <a:latin typeface="Calibri"/>
              </a:defRPr>
            </a:pPr>
            <a:r>
              <a:rPr lang="es-MX" noProof="0" dirty="0"/>
              <a:t>Costo total: $4,200 MXN/año  ·  ≈ $350 MXN/mes (Si se paga el año completo, si se paga mensual tiene un costo de 450)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¿Listo para transformar tu liga?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F57F17"/>
                </a:solidFill>
                <a:latin typeface="Calibri"/>
              </a:defRPr>
            </a:pPr>
            <a:r>
              <a:rPr lang="es-MX" noProof="0" dirty="0"/>
              <a:t>Solicita una demostración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A5D6A7"/>
                </a:solidFill>
                <a:latin typeface="Calibri"/>
              </a:defRPr>
            </a:pPr>
            <a:r>
              <a:rPr lang="es-MX" noProof="0" dirty="0"/>
              <a:t>https://adminfut.onrender.com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81C784"/>
                </a:solidFill>
                <a:latin typeface="Calibri"/>
              </a:defRPr>
            </a:pPr>
            <a:r>
              <a:rPr lang="es-MX" noProof="0" dirty="0"/>
              <a:t>Automatiza  ·  Controla  ·  Crece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1C784"/>
                </a:solidFill>
                <a:latin typeface="Calibri"/>
              </a:defRPr>
            </a:pPr>
            <a:r>
              <a:rPr lang="es-MX" noProof="0" dirty="0"/>
              <a:t>* Acceso por internet solo disponible en instalación web.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1257</Words>
  <Application>Microsoft Office PowerPoint</Application>
  <PresentationFormat>Panorámica</PresentationFormat>
  <Paragraphs>209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Lopez, Oscar (MEX, EX, IT)</cp:lastModifiedBy>
  <cp:revision>3</cp:revision>
  <dcterms:created xsi:type="dcterms:W3CDTF">2013-01-27T09:14:16Z</dcterms:created>
  <dcterms:modified xsi:type="dcterms:W3CDTF">2026-06-22T16:22:53Z</dcterms:modified>
  <cp:category/>
</cp:coreProperties>
</file>