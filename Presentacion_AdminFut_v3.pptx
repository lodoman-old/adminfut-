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84848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3657600" y="1097280"/>
            <a:ext cx="4846320" cy="73152"/>
          </a:xfrm>
          <a:prstGeom prst="roundRect">
            <a:avLst>
              <a:gd name="adj" fmla="val 2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56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 err="1"/>
              <a:t>AdminFut</a:t>
            </a:r>
            <a:endParaRPr lang="es-MX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6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Sistema Integral de Gestión para Ligas de Fútbol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Automatiza  ·  Controla  ·  Crece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📅  Horarios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47472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💰  Pagos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57784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📊  Estadísticas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59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680959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📱  Árbitros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4297680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216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784080" y="43159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☁️  Nube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5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Disponible en instalación local o en la nube  ·  Acceso desde cualquier dispositivo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Presentación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¿Por qué tu liga necesita </a:t>
            </a:r>
            <a:r>
              <a:rPr lang="es-MX" noProof="0" dirty="0" err="1"/>
              <a:t>AdminFut</a:t>
            </a:r>
            <a:r>
              <a:rPr lang="es-MX" noProof="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68580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⏱️  Pierdes horas armando horarios y rosters manualmente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📋  Registros en hojas sueltas o Excel que se pierden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💵  Sin control sobre pagos, inscripciones y adeudos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📞  Horas comunicando resultados y cambios a los equipos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❌  Errores y conflictos de horarios frecuentes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📉  Sin estadísticas en tiempo real para tomar decisiones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12079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📝  Generar reportes y roles de juego toma horas</a:t>
            </a:r>
          </a:p>
        </p:txBody>
      </p:sp>
      <p:pic>
        <p:nvPicPr>
          <p:cNvPr id="14" name="Picture 13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97280"/>
            <a:ext cx="4114800" cy="19280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 err="1"/>
              <a:t>AdminFut</a:t>
            </a:r>
            <a:r>
              <a:rPr lang="es-MX" noProof="0" dirty="0"/>
              <a:t>: La solución todo-en-uno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Todo lo que necesitas para gestionar tu liga desde un solo lugar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Programación automática de horarios sin conflictos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Control de pagos, inscripciones y gastos con POS integrado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Registro digital de jugadores, equipos y múltiples categorías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Tablas de posiciones, goleo y estadísticas en tiempo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Cédula arbitral desde el celular con actualización al instante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Comunicación automática con equipos vía correo electrónico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Reportes profesionales PDF: roles, recibos, cédulas arbitrales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51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Acceso por roles: Administrador, Árbitro, Invitado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✅  Funciona en tu propia computadora (local) o en la nube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El acceso por internet solo está disponible en la instalación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Organiza tus Categorías y Temporadas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Crea múltiples categorías: Primera Fuerza,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Veteranos, Femenil, Juvenil,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Gestiona temporadas independientes por categoría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Define períodos de altas y bajas de jugadores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Asigna horarios fijos con control de capacidad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Equipos con campo propio no consumen espacios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Visualiza el estatus: activa o finalizada</a:t>
            </a:r>
          </a:p>
        </p:txBody>
      </p:sp>
      <p:pic>
        <p:nvPicPr>
          <p:cNvPr id="14" name="Picture 13" descr="03_categ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  <p:pic>
        <p:nvPicPr>
          <p:cNvPr id="15" name="Picture 14" descr="04_tempor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Control Total de Equipos y Jugadores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Registro completo con logo e información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Jugadores con foto, datos personales y número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Gestión de equipos secundarios por jugador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Historial de participación por temporada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cambios en períodos de altas/bajas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Búsqueda y filtros avanzados</a:t>
            </a:r>
          </a:p>
        </p:txBody>
      </p:sp>
      <p:pic>
        <p:nvPicPr>
          <p:cNvPr id="13" name="Picture 12" descr="05_equi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  <p:pic>
        <p:nvPicPr>
          <p:cNvPr id="14" name="Picture 13" descr="09_jug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Programación Inteligente de Jornadas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Generación automática de jornadas balanceadas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Asignación inteligente de campos y horarios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Prevención de conflictos entre categorías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horarios fijos y capacidad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Registro de resultados, goles y tarjetas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Cálculo automático de suspensiones</a:t>
            </a:r>
          </a:p>
        </p:txBody>
      </p:sp>
      <p:pic>
        <p:nvPicPr>
          <p:cNvPr id="13" name="Picture 12" descr="06_jorn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Cédula Arbitral en Tiempo Real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Los árbitros capturan el partido desde su celular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El árbitro accede a la cédula del partido desde su celular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📱  Al medio tiempo registra el marcador parcial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y las incidencias (tarjetas, cambios, lesiones)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✅  Al terminar el partido, finaliza la cédula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con el resultado oficial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⚡  La tabla de posiciones, goleo y tarjetas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   se actualizan automáticamente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Sin esperar a que el administrador capture los datos.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Información disponible para todos al instante.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Acceso por internet (solo en instalación web).</a:t>
            </a:r>
          </a:p>
        </p:txBody>
      </p:sp>
      <p:pic>
        <p:nvPicPr>
          <p:cNvPr id="8" name="Picture 7" descr="03_ref_ced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356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Estadísticas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Tabla de posiciones automática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Goleo individual con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Tarjetas y jugadores suspendidos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Estadísticas por equipo y jugador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Acceso público para todos los consulten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Con la cédula arbitral, los datos se reflejan al instante.</a:t>
            </a:r>
          </a:p>
        </p:txBody>
      </p:sp>
      <p:pic>
        <p:nvPicPr>
          <p:cNvPr id="13" name="Picture 12" descr="07_tabla_posi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308" y="137160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Punto de Venta y Control Financiero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Sistema POS integrado para cobros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Pagos por concepto: inscripción, horario,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Cascada: Categoría → Temporada →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Detección de pagos duplicados automática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Ticket imprimible (58 mm u 88 mm)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Control de ingresos por temporada</a:t>
            </a:r>
          </a:p>
        </p:txBody>
      </p:sp>
      <p:pic>
        <p:nvPicPr>
          <p:cNvPr id="13" name="Picture 12" descr="08_pos_finanz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Administración por Roles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Divide el trabajo y maximiza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👑  Administrador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Acceso total al 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Configuración de liga y categorías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Gestión de equipos y jugadores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Control financiero y 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Reportes y estadísticas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329184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🛡️  Árbitro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338328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Captura cédula arbitral desde su celular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Registra marcadores y tarjetas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Consulta posiciones y goleo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Ve jugadores suspendidos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98932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👤  Invitado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0807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Consulta posiciones y goleo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Ve tarjetas y castigados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Roles de juego disponibles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Suscripción a notificaciones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28016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8686800" y="12984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⚡  Beneficios de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877824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Cada quien accede solo a lo que necesita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El </a:t>
            </a:r>
            <a:r>
              <a:rPr lang="es-MX" noProof="0" dirty="0" err="1"/>
              <a:t>admin</a:t>
            </a:r>
            <a:r>
              <a:rPr lang="es-MX" noProof="0" dirty="0"/>
              <a:t> se enfoca en gestión y finanzas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El árbitro captura sin distracciones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29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Los invitados consultan sin modificar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Mayor seguridad y organización</a:t>
            </a: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8B975E0F-7DAA-8972-965B-7FCFA6C1AE0C}"/>
              </a:ext>
            </a:extLst>
          </p:cNvPr>
          <p:cNvSpPr txBox="1"/>
          <p:nvPr/>
        </p:nvSpPr>
        <p:spPr>
          <a:xfrm>
            <a:off x="8778240" y="4472115"/>
            <a:ext cx="228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Se puede crear nuevos roles para dividir las actividades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 err="1"/>
              <a:t>Dashboard</a:t>
            </a:r>
            <a:r>
              <a:rPr lang="es-MX" noProof="0" dirty="0"/>
              <a:t> Centralizado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Todo lo que necesitas en un solo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Panel principal con resumen de la liga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Acceso rápido a todas las funcionalidades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Navegación intuitiva por módulos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3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Diseño moderno y responsivo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▸  Disponible 24/7*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24/7 solo en instalación web.</a:t>
            </a:r>
          </a:p>
        </p:txBody>
      </p:sp>
      <p:pic>
        <p:nvPicPr>
          <p:cNvPr id="13" name="Picture 12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570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Instalación Local o en la Nube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Tú eliges dónde ejecutar 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💻  Instalación 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En tu propia computadora o servidor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Sin dependencia de internet para operar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Control total de tus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Ideal para ligas con presupuesto limitado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280160"/>
            <a:ext cx="5303520" cy="457200"/>
          </a:xfrm>
          <a:prstGeom prst="roundRect">
            <a:avLst>
              <a:gd name="adj" fmla="val 3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400799" y="12984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☁️  Instalación en la Nube (Web)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73736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583679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Acceso desde cualquier lugar y dispositivo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4688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Sin mantenimiento técnico ni respaldos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Actualizaciones automáticas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566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Los árbitros capturan desde su celular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La información se actualiza en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⚠️  El acceso por internet, la captura desde celular y las funcionalidades en tiempo real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    solo están disponibles en la instalación web (nube).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El servicio de hosting y dominio se cotizan por separado.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Beneficios Clave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⏱️  Ahorra horas de trabajo administrativo cada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💰  Aumenta tus ingresos con control financiero preciso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📊  Decisiones basadas en datos en tiempo real*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📱  Tu liga desde cualquier lugar*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🚫  Elimina errores y conflictos de programación de horarios,  campos o </a:t>
            </a:r>
            <a:r>
              <a:rPr lang="es-MX" noProof="0" dirty="0" err="1"/>
              <a:t>arbitros</a:t>
            </a:r>
            <a:endParaRPr lang="es-MX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📄  Reportes profesionales con un clic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🔒  Datos seguros sin pérdidas ni respaldos manuales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📢  Comunicación automática con los equipos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54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  👥  Roles y permisos para dividir el trabajo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* Funcionalidades disponibles solo en instalación web.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¿Por qué elegir </a:t>
            </a:r>
            <a:r>
              <a:rPr lang="es-MX" noProof="0" dirty="0" err="1"/>
              <a:t>AdminFut</a:t>
            </a:r>
            <a:r>
              <a:rPr lang="es-MX" noProof="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🎯  Creado por administradores de ligas, para administradores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💻  Funciona local o en la nube — tú decides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🔧  Actualizaciones y mejoras constantes sin costo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📞  Soporte técnico incluido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🔒  Datos seguros con respaldos automáticos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📈  Escalable: de 1 a 100+ </a:t>
            </a:r>
            <a:r>
              <a:rPr lang="es-MX" noProof="0" dirty="0" err="1"/>
              <a:t>categorias</a:t>
            </a:r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🎨  Personalizable: pagos, horarios y reglas a tu medida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🤝  Integración con imágenes y redes sociales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👥  Múltiples roles para </a:t>
            </a:r>
            <a:r>
              <a:rPr lang="es-MX" noProof="0" dirty="0" err="1"/>
              <a:t>eficientar</a:t>
            </a:r>
            <a:r>
              <a:rPr lang="es-MX" noProof="0" dirty="0"/>
              <a:t> el trabajo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457200" cy="45720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365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2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5E20"/>
                </a:solidFill>
                <a:latin typeface="Calibri"/>
              </a:defRPr>
            </a:pPr>
            <a:r>
              <a:rPr lang="es-MX" noProof="0" dirty="0"/>
              <a:t>Consideraciones de Instalación Web</a:t>
            </a:r>
          </a:p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rPr lang="es-MX" noProof="0" dirty="0"/>
              <a:t>Hosting y dominio se cotizan por separado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El sistema incluye: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Licencia de uso del software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Instalación y configuración inicial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Capacitación básica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Soporte técnico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✓  Actualizaciones gratuitas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Se cotiza por separado: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Hosting (servidor en la nube)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Nombre de dominio (www.tuliga.com)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⚠️  Certificado SSL (https)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212121"/>
                </a:solidFill>
                <a:latin typeface="Calibri"/>
              </a:defRPr>
            </a:pPr>
            <a:endParaRPr lang="es-MX" noProof="0" dirty="0"/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Opcional: podemos gestionarlo todo por ti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lang="es-MX" noProof="0" dirty="0"/>
              <a:t>con costos transparentes y sin sorpresas.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lang="es-MX" noProof="0" dirty="0"/>
              <a:t>¿Listo para transformar tu liga?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0">
                <a:solidFill>
                  <a:srgbClr val="F57F17"/>
                </a:solidFill>
                <a:latin typeface="Calibri"/>
              </a:defRPr>
            </a:pPr>
            <a:r>
              <a:rPr lang="es-MX" noProof="0" dirty="0"/>
              <a:t>Solicita una demostración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800" b="0">
                <a:solidFill>
                  <a:srgbClr val="A5D6A7"/>
                </a:solidFill>
                <a:latin typeface="Calibri"/>
              </a:defRPr>
            </a:pPr>
            <a:r>
              <a:rPr lang="es-MX" noProof="0" dirty="0"/>
              <a:t>https://adminfut.onrender.com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Automatiza  ·  Controla  ·  Crece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81C784"/>
                </a:solidFill>
                <a:latin typeface="Calibri"/>
              </a:defRPr>
            </a:pPr>
            <a:r>
              <a:rPr lang="es-MX" noProof="0" dirty="0"/>
              <a:t>* Acceso por internet solo disponible en instalación web.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1174</Words>
  <Application>Microsoft Office PowerPoint</Application>
  <PresentationFormat>Panorámica</PresentationFormat>
  <Paragraphs>189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Lopez, Oscar (MEX, EX, IT)</cp:lastModifiedBy>
  <cp:revision>2</cp:revision>
  <dcterms:created xsi:type="dcterms:W3CDTF">2013-01-27T09:14:16Z</dcterms:created>
  <dcterms:modified xsi:type="dcterms:W3CDTF">2026-06-15T06:13:28Z</dcterms:modified>
  <cp:category/>
</cp:coreProperties>
</file>